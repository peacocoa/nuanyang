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2204085" y="2806700"/>
            <a:ext cx="2503170" cy="1879600"/>
            <a:chOff x="3471" y="4420"/>
            <a:chExt cx="3942" cy="2960"/>
          </a:xfrm>
        </p:grpSpPr>
        <p:grpSp>
          <p:nvGrpSpPr>
            <p:cNvPr id="8" name="组合 7"/>
            <p:cNvGrpSpPr/>
            <p:nvPr/>
          </p:nvGrpSpPr>
          <p:grpSpPr>
            <a:xfrm>
              <a:off x="3471" y="4420"/>
              <a:ext cx="3543" cy="2560"/>
              <a:chOff x="3471" y="4420"/>
              <a:chExt cx="3543" cy="2560"/>
            </a:xfrm>
          </p:grpSpPr>
          <p:sp>
            <p:nvSpPr>
              <p:cNvPr id="5" name="波形 4"/>
              <p:cNvSpPr/>
              <p:nvPr/>
            </p:nvSpPr>
            <p:spPr>
              <a:xfrm>
                <a:off x="3471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波形 6"/>
              <p:cNvSpPr/>
              <p:nvPr/>
            </p:nvSpPr>
            <p:spPr>
              <a:xfrm>
                <a:off x="5056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671" y="4620"/>
              <a:ext cx="3543" cy="2560"/>
              <a:chOff x="3471" y="4420"/>
              <a:chExt cx="3543" cy="2560"/>
            </a:xfrm>
          </p:grpSpPr>
          <p:sp>
            <p:nvSpPr>
              <p:cNvPr id="16" name="波形 15"/>
              <p:cNvSpPr/>
              <p:nvPr/>
            </p:nvSpPr>
            <p:spPr>
              <a:xfrm>
                <a:off x="3471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波形 16"/>
              <p:cNvSpPr/>
              <p:nvPr/>
            </p:nvSpPr>
            <p:spPr>
              <a:xfrm>
                <a:off x="5056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3871" y="4820"/>
              <a:ext cx="3543" cy="2560"/>
              <a:chOff x="3471" y="4420"/>
              <a:chExt cx="3543" cy="2560"/>
            </a:xfrm>
          </p:grpSpPr>
          <p:sp>
            <p:nvSpPr>
              <p:cNvPr id="19" name="波形 18"/>
              <p:cNvSpPr/>
              <p:nvPr/>
            </p:nvSpPr>
            <p:spPr>
              <a:xfrm>
                <a:off x="3471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波形 19"/>
              <p:cNvSpPr/>
              <p:nvPr/>
            </p:nvSpPr>
            <p:spPr>
              <a:xfrm>
                <a:off x="5056" y="4420"/>
                <a:ext cx="1959" cy="2560"/>
              </a:xfrm>
              <a:prstGeom prst="wave">
                <a:avLst>
                  <a:gd name="adj1" fmla="val 12500"/>
                  <a:gd name="adj2" fmla="val -10000"/>
                </a:avLst>
              </a:prstGeom>
              <a:ln>
                <a:solidFill>
                  <a:schemeClr val="bg1"/>
                </a:solidFill>
              </a:ln>
            </p:spPr>
            <p:style>
              <a:lnRef idx="0">
                <a:srgbClr val="FFFFFF"/>
              </a:lnRef>
              <a:fillRef idx="3">
                <a:schemeClr val="accent2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6316980" y="1530350"/>
            <a:ext cx="1799590" cy="1799590"/>
            <a:chOff x="9948" y="2410"/>
            <a:chExt cx="2834" cy="2834"/>
          </a:xfrm>
        </p:grpSpPr>
        <p:sp>
          <p:nvSpPr>
            <p:cNvPr id="2" name="矩形 1"/>
            <p:cNvSpPr/>
            <p:nvPr/>
          </p:nvSpPr>
          <p:spPr>
            <a:xfrm>
              <a:off x="9948" y="2410"/>
              <a:ext cx="2835" cy="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" name="图片 2" descr="乐鸡云书LOGO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71" y="3330"/>
              <a:ext cx="1996" cy="1490"/>
            </a:xfrm>
            <a:prstGeom prst="rect">
              <a:avLst/>
            </a:prstGeom>
          </p:spPr>
        </p:pic>
        <p:sp>
          <p:nvSpPr>
            <p:cNvPr id="4" name="斜纹 3"/>
            <p:cNvSpPr/>
            <p:nvPr/>
          </p:nvSpPr>
          <p:spPr>
            <a:xfrm>
              <a:off x="9948" y="2410"/>
              <a:ext cx="1440" cy="1440"/>
            </a:xfrm>
            <a:prstGeom prst="diagStripe">
              <a:avLst/>
            </a:prstGeom>
          </p:spPr>
          <p:style>
            <a:lnRef idx="0">
              <a:srgbClr val="FFFFFF"/>
            </a:lnRef>
            <a:fillRef idx="3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考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豌豆</dc:creator>
  <cp:lastModifiedBy>豌豆哒哒</cp:lastModifiedBy>
  <cp:revision>4</cp:revision>
  <dcterms:created xsi:type="dcterms:W3CDTF">2023-08-09T12:44:00Z</dcterms:created>
  <dcterms:modified xsi:type="dcterms:W3CDTF">2025-03-27T14:17:58Z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