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874CB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2.xml"/><Relationship Id="rId2" Type="http://schemas.openxmlformats.org/officeDocument/2006/relationships/image" Target="../media/image2.png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2140" y="1894205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>
            <a:off x="9209405" y="3117215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8795385" y="267335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410065" y="25006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28000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©2026 </a:t>
            </a:r>
            <a:r>
              <a:rPr lang="zh-CN" altLang="en-US"/>
              <a:t>共建智能</a:t>
            </a:r>
            <a:r>
              <a:rPr lang="en-US" altLang="zh-CN"/>
              <a:t> PeaCoco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12140" y="2946400"/>
            <a:ext cx="6209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宣传片仅由哔哩哔哩</a:t>
            </a:r>
            <a:r>
              <a:rPr lang="en-US" altLang="zh-CN"/>
              <a:t>@</a:t>
            </a:r>
            <a:r>
              <a:rPr lang="zh-CN" altLang="en-US"/>
              <a:t>一个机器人</a:t>
            </a:r>
            <a:r>
              <a:rPr lang="en-US" altLang="zh-CN"/>
              <a:t>- </a:t>
            </a:r>
            <a:r>
              <a:rPr lang="zh-CN" altLang="en-US"/>
              <a:t>发布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2930" y="3076258"/>
            <a:ext cx="4559935" cy="705485"/>
          </a:xfrm>
        </p:spPr>
        <p:txBody>
          <a:bodyPr/>
          <a:p>
            <a:r>
              <a:rPr lang="zh-CN" altLang="en-US"/>
              <a:t>那，开始</a:t>
            </a:r>
            <a:r>
              <a:rPr lang="zh-CN" altLang="en-US"/>
              <a:t>吧！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1200000">
            <a:off x="8942705" y="380238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10340340" y="233553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68900" y="32499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965" y="612458"/>
            <a:ext cx="4559935" cy="705485"/>
          </a:xfrm>
        </p:spPr>
        <p:txBody>
          <a:bodyPr/>
          <a:p>
            <a:r>
              <a:rPr lang="zh-CN" altLang="en-US"/>
              <a:t>丰富</a:t>
            </a:r>
            <a:r>
              <a:rPr lang="zh-CN" altLang="en-US"/>
              <a:t>功能！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20880000">
            <a:off x="10085705" y="358140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6644640" y="358140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600000">
            <a:off x="7722870" y="246126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18660000">
            <a:off x="6580505" y="398399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10899140" y="214503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20460000">
            <a:off x="8368030" y="243967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9F9F9">
                  <a:alpha val="100000"/>
                </a:srgbClr>
              </a:clrFrom>
              <a:clrTo>
                <a:srgbClr val="F9F9F9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125" y="1412875"/>
            <a:ext cx="4857750" cy="4032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965" y="612458"/>
            <a:ext cx="4559935" cy="705485"/>
          </a:xfrm>
        </p:spPr>
        <p:txBody>
          <a:bodyPr/>
          <a:p>
            <a:r>
              <a:rPr lang="zh-CN" altLang="en-US"/>
              <a:t>强劲的</a:t>
            </a:r>
            <a:r>
              <a:rPr lang="zh-CN" altLang="en-US"/>
              <a:t>性能！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19740000">
            <a:off x="8881110" y="386080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5987415" y="355219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66070" y="233934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965" y="612458"/>
            <a:ext cx="4559935" cy="705485"/>
          </a:xfrm>
        </p:spPr>
        <p:txBody>
          <a:bodyPr/>
          <a:p>
            <a:r>
              <a:rPr lang="zh-CN" altLang="en-US"/>
              <a:t>稳定</a:t>
            </a:r>
            <a:r>
              <a:rPr lang="zh-CN" altLang="en-US"/>
              <a:t>满帧！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>
            <a:off x="10085705" y="367030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9307195" y="233934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427470" y="349758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0200" y="2561590"/>
            <a:ext cx="5118100" cy="2959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965" y="612458"/>
            <a:ext cx="4559935" cy="705485"/>
          </a:xfrm>
        </p:spPr>
        <p:txBody>
          <a:bodyPr/>
          <a:p>
            <a:r>
              <a:rPr lang="zh-CN" altLang="en-US"/>
              <a:t>强大的日志</a:t>
            </a:r>
            <a:r>
              <a:rPr lang="zh-CN" altLang="en-US"/>
              <a:t>能力！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1560000">
            <a:off x="6148705" y="381127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10937240" y="359410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21000000">
            <a:off x="8339455" y="246126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87415" y="2967990"/>
            <a:ext cx="6204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/>
              <a:t>XingManyP</a:t>
            </a:r>
            <a:r>
              <a:rPr lang="en-US" altLang="zh-CN" sz="5400"/>
              <a:t>enG</a:t>
            </a:r>
            <a:r>
              <a:rPr lang="en-US" altLang="zh-CN" sz="5400" b="1"/>
              <a:t>UI</a:t>
            </a:r>
            <a:endParaRPr lang="en-US" altLang="zh-CN" sz="5400" b="1"/>
          </a:p>
        </p:txBody>
      </p:sp>
      <p:sp>
        <p:nvSpPr>
          <p:cNvPr id="6" name="圆角矩形 5"/>
          <p:cNvSpPr/>
          <p:nvPr/>
        </p:nvSpPr>
        <p:spPr>
          <a:xfrm rot="21360000">
            <a:off x="10085705" y="3581400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7254240" y="363601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 rot="21180000">
            <a:off x="7722870" y="246126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9F9F9">
                  <a:alpha val="100000"/>
                </a:srgbClr>
              </a:clrFrom>
              <a:clrTo>
                <a:srgbClr val="F9F9F9">
                  <a:alpha val="100000"/>
                  <a:alpha val="0"/>
                </a:srgbClr>
              </a:clrTo>
            </a:clrChange>
          </a:blip>
          <a:srcRect b="60728"/>
          <a:stretch>
            <a:fillRect/>
          </a:stretch>
        </p:blipFill>
        <p:spPr>
          <a:xfrm>
            <a:off x="608965" y="1099820"/>
            <a:ext cx="5393690" cy="2548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9F9F9">
                  <a:alpha val="100000"/>
                </a:srgbClr>
              </a:clrFrom>
              <a:clrTo>
                <a:srgbClr val="F9F9F9">
                  <a:alpha val="100000"/>
                  <a:alpha val="0"/>
                </a:srgbClr>
              </a:clrTo>
            </a:clrChange>
          </a:blip>
          <a:srcRect t="58180" b="1407"/>
          <a:stretch>
            <a:fillRect/>
          </a:stretch>
        </p:blipFill>
        <p:spPr>
          <a:xfrm>
            <a:off x="608965" y="3890010"/>
            <a:ext cx="4349750" cy="211455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-2146855" y="-1251505"/>
            <a:ext cx="1800000" cy="1800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-4704000" y="-7371000"/>
            <a:ext cx="21599999" cy="21599999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Char"/>
      </p:transition>
    </mc:Choice>
    <mc:Fallback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9209405" y="3117215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10" name="椭圆 9"/>
          <p:cNvSpPr/>
          <p:nvPr/>
        </p:nvSpPr>
        <p:spPr>
          <a:xfrm>
            <a:off x="8795385" y="267335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10065" y="25006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265" y="3076258"/>
            <a:ext cx="4559935" cy="705485"/>
          </a:xfrm>
        </p:spPr>
        <p:txBody>
          <a:bodyPr/>
          <a:p>
            <a:r>
              <a:rPr lang="zh-CN" altLang="en-US"/>
              <a:t>尝试一下</a:t>
            </a:r>
            <a:r>
              <a:rPr lang="zh-CN" altLang="en-US"/>
              <a:t>吧！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9209405" y="3117215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10" name="椭圆 9"/>
          <p:cNvSpPr/>
          <p:nvPr/>
        </p:nvSpPr>
        <p:spPr>
          <a:xfrm>
            <a:off x="8795385" y="267335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10065" y="25006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265" y="3076258"/>
            <a:ext cx="4559935" cy="705485"/>
          </a:xfrm>
        </p:spPr>
        <p:txBody>
          <a:bodyPr>
            <a:normAutofit fontScale="90000"/>
          </a:bodyPr>
          <a:p>
            <a:r>
              <a:rPr lang="en-US" altLang="zh-CN"/>
              <a:t>peacocoa.github.io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9209405" y="3117215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10" name="椭圆 9"/>
          <p:cNvSpPr/>
          <p:nvPr/>
        </p:nvSpPr>
        <p:spPr>
          <a:xfrm>
            <a:off x="8795385" y="267335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10065" y="25006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265" y="3076575"/>
            <a:ext cx="6781800" cy="705485"/>
          </a:xfrm>
        </p:spPr>
        <p:txBody>
          <a:bodyPr>
            <a:normAutofit fontScale="90000"/>
          </a:bodyPr>
          <a:p>
            <a:r>
              <a:rPr lang="en-US" altLang="zh-CN"/>
              <a:t>https://github.com/PeaCocoa/XingManyPUI-ScratchPenGUI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9209405" y="3117215"/>
            <a:ext cx="1452880" cy="9144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XMPU</a:t>
            </a:r>
            <a:endParaRPr lang="en-US" altLang="zh-CN"/>
          </a:p>
        </p:txBody>
      </p:sp>
      <p:sp>
        <p:nvSpPr>
          <p:cNvPr id="10" name="椭圆 9"/>
          <p:cNvSpPr/>
          <p:nvPr/>
        </p:nvSpPr>
        <p:spPr>
          <a:xfrm>
            <a:off x="8795385" y="2673350"/>
            <a:ext cx="914400" cy="9144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10065" y="2500630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265" y="3076575"/>
            <a:ext cx="7795895" cy="705485"/>
          </a:xfrm>
        </p:spPr>
        <p:txBody>
          <a:bodyPr>
            <a:noAutofit/>
          </a:bodyPr>
          <a:p>
            <a:r>
              <a:rPr lang="en-US" altLang="zh-CN" sz="4400" b="1"/>
              <a:t>Goodbye! Wish you a wonderful day!</a:t>
            </a:r>
            <a:br>
              <a:rPr lang="en-US" altLang="zh-CN" sz="4400" b="1"/>
            </a:br>
            <a:r>
              <a:rPr lang="zh-CN" altLang="en-US" sz="4400" b="1"/>
              <a:t>即将</a:t>
            </a:r>
            <a:r>
              <a:rPr lang="zh-CN" altLang="en-US" sz="4400" b="1"/>
              <a:t>开源</a:t>
            </a:r>
            <a:endParaRPr lang="zh-CN" altLang="en-US" sz="4400" b="1"/>
          </a:p>
        </p:txBody>
      </p:sp>
      <p:sp>
        <p:nvSpPr>
          <p:cNvPr id="2" name="文本框 1"/>
          <p:cNvSpPr txBox="1"/>
          <p:nvPr/>
        </p:nvSpPr>
        <p:spPr>
          <a:xfrm>
            <a:off x="8128000" y="6489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©2026 </a:t>
            </a:r>
            <a:r>
              <a:rPr lang="zh-CN" altLang="en-US"/>
              <a:t>共建智能</a:t>
            </a:r>
            <a:r>
              <a:rPr lang="en-US" altLang="zh-CN"/>
              <a:t> PeaCoco</a:t>
            </a:r>
            <a:r>
              <a:rPr lang="en-US" altLang="zh-CN"/>
              <a:t>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5452110" y="3280410"/>
            <a:ext cx="145288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XMPU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038090" y="2836545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52770" y="2663825"/>
            <a:ext cx="1501140" cy="10871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5400" b="1">
                <a:ln>
                  <a:solidFill>
                    <a:schemeClr val="bg1"/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</a:rPr>
              <a:t>文</a:t>
            </a:r>
            <a:endParaRPr lang="zh-CN" altLang="en-US" sz="5400" b="1">
              <a:ln>
                <a:solidFill>
                  <a:schemeClr val="bg1"/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2000">
        <p159:morph option="byChar"/>
      </p:transition>
    </mc:Choice>
    <mc:Fallback>
      <p:transition spd="slow" advTm="200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WPS 演示</Application>
  <PresentationFormat>宽屏</PresentationFormat>
  <Paragraphs>92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那，开始吧！</vt:lpstr>
      <vt:lpstr>丰富的积木！</vt:lpstr>
      <vt:lpstr>丰富的积木！</vt:lpstr>
      <vt:lpstr>强大的性能！</vt:lpstr>
      <vt:lpstr>丰富功能！</vt:lpstr>
      <vt:lpstr>强大的日志能力！</vt:lpstr>
      <vt:lpstr>PowerPoint 演示文稿</vt:lpstr>
      <vt:lpstr>强大的日志能力！</vt:lpstr>
      <vt:lpstr>尝试一下吧！</vt:lpstr>
      <vt:lpstr>peacocoa.github.io</vt:lpstr>
      <vt:lpstr>https://github.com/PeaCocoa/XingManyPUI-ScratchPenGUI</vt:lpstr>
      <vt:lpstr>Goodbye! Wish you a wonderful day!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豌豆哒哒</cp:lastModifiedBy>
  <cp:revision>158</cp:revision>
  <dcterms:created xsi:type="dcterms:W3CDTF">2019-06-19T02:08:00Z</dcterms:created>
  <dcterms:modified xsi:type="dcterms:W3CDTF">2026-02-24T08:14:26Z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9AFCFB7EB53B45B1995B8CEA0203C647_11</vt:lpwstr>
  </property>
</Properties>
</file>