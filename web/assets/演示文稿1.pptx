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95980" y="728980"/>
            <a:ext cx="5400000" cy="54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4648497" y="2050077"/>
            <a:ext cx="2894965" cy="2757805"/>
            <a:chOff x="6482" y="2282"/>
            <a:chExt cx="6236" cy="6236"/>
          </a:xfrm>
        </p:grpSpPr>
        <p:grpSp>
          <p:nvGrpSpPr>
            <p:cNvPr id="17" name="组合 16"/>
            <p:cNvGrpSpPr/>
            <p:nvPr/>
          </p:nvGrpSpPr>
          <p:grpSpPr>
            <a:xfrm flipH="1">
              <a:off x="6482" y="2282"/>
              <a:ext cx="6236" cy="6236"/>
              <a:chOff x="6482" y="2282"/>
              <a:chExt cx="6236" cy="6236"/>
            </a:xfrm>
          </p:grpSpPr>
          <p:sp>
            <p:nvSpPr>
              <p:cNvPr id="5" name="泪滴形 4"/>
              <p:cNvSpPr/>
              <p:nvPr/>
            </p:nvSpPr>
            <p:spPr>
              <a:xfrm>
                <a:off x="6482" y="2282"/>
                <a:ext cx="6236" cy="6236"/>
              </a:xfrm>
              <a:prstGeom prst="teardrop">
                <a:avLst/>
              </a:prstGeom>
            </p:spPr>
            <p:style>
              <a:lnRef idx="0">
                <a:srgbClr val="FFFFFF"/>
              </a:lnRef>
              <a:fillRef idx="3">
                <a:schemeClr val="accent5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" name="泪滴形 14"/>
              <p:cNvSpPr/>
              <p:nvPr/>
            </p:nvSpPr>
            <p:spPr>
              <a:xfrm>
                <a:off x="7049" y="2849"/>
                <a:ext cx="5386" cy="5386"/>
              </a:xfrm>
              <a:prstGeom prst="teardrop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7496" y="3281"/>
              <a:ext cx="5174" cy="5189"/>
              <a:chOff x="6482" y="2282"/>
              <a:chExt cx="6236" cy="6236"/>
            </a:xfrm>
          </p:grpSpPr>
          <p:sp>
            <p:nvSpPr>
              <p:cNvPr id="19" name="泪滴形 18"/>
              <p:cNvSpPr/>
              <p:nvPr/>
            </p:nvSpPr>
            <p:spPr>
              <a:xfrm>
                <a:off x="6482" y="2282"/>
                <a:ext cx="6236" cy="6236"/>
              </a:xfrm>
              <a:prstGeom prst="teardrop">
                <a:avLst/>
              </a:prstGeom>
            </p:spPr>
            <p:style>
              <a:lnRef idx="0">
                <a:srgbClr val="FFFFFF"/>
              </a:lnRef>
              <a:fillRef idx="3">
                <a:schemeClr val="accent5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" name="泪滴形 19"/>
              <p:cNvSpPr/>
              <p:nvPr/>
            </p:nvSpPr>
            <p:spPr>
              <a:xfrm>
                <a:off x="7049" y="2849"/>
                <a:ext cx="5386" cy="5386"/>
              </a:xfrm>
              <a:prstGeom prst="teardrop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22" name="泪滴形 21"/>
            <p:cNvSpPr/>
            <p:nvPr/>
          </p:nvSpPr>
          <p:spPr>
            <a:xfrm flipV="1">
              <a:off x="8526" y="4200"/>
              <a:ext cx="4095" cy="4227"/>
            </a:xfrm>
            <a:prstGeom prst="teardrop">
              <a:avLst/>
            </a:prstGeom>
          </p:spPr>
          <p:style>
            <a:lnRef idx="0">
              <a:srgbClr val="FFFFFF"/>
            </a:lnRef>
            <a:fillRef idx="3">
              <a:schemeClr val="accent5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7091" y="3074"/>
              <a:ext cx="850" cy="850"/>
            </a:xfrm>
            <a:prstGeom prst="ellipse">
              <a:avLst/>
            </a:prstGeom>
          </p:spPr>
          <p:style>
            <a:lnRef idx="0">
              <a:srgbClr val="FFFFFF"/>
            </a:lnRef>
            <a:fillRef idx="3">
              <a:schemeClr val="accent5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95980" y="728980"/>
            <a:ext cx="5400000" cy="54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4475980" y="1808980"/>
            <a:ext cx="3240000" cy="3240000"/>
            <a:chOff x="7496" y="3281"/>
            <a:chExt cx="5174" cy="5189"/>
          </a:xfrm>
        </p:grpSpPr>
        <p:grpSp>
          <p:nvGrpSpPr>
            <p:cNvPr id="18" name="组合 17"/>
            <p:cNvGrpSpPr/>
            <p:nvPr/>
          </p:nvGrpSpPr>
          <p:grpSpPr>
            <a:xfrm>
              <a:off x="7496" y="3281"/>
              <a:ext cx="5174" cy="5189"/>
              <a:chOff x="6482" y="2282"/>
              <a:chExt cx="6236" cy="6236"/>
            </a:xfrm>
          </p:grpSpPr>
          <p:sp>
            <p:nvSpPr>
              <p:cNvPr id="19" name="泪滴形 18"/>
              <p:cNvSpPr/>
              <p:nvPr/>
            </p:nvSpPr>
            <p:spPr>
              <a:xfrm>
                <a:off x="6482" y="2282"/>
                <a:ext cx="6236" cy="6236"/>
              </a:xfrm>
              <a:prstGeom prst="teardrop">
                <a:avLst/>
              </a:prstGeom>
            </p:spPr>
            <p:style>
              <a:lnRef idx="0">
                <a:srgbClr val="FFFFFF"/>
              </a:lnRef>
              <a:fillRef idx="3">
                <a:schemeClr val="accent5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" name="泪滴形 19"/>
              <p:cNvSpPr/>
              <p:nvPr/>
            </p:nvSpPr>
            <p:spPr>
              <a:xfrm>
                <a:off x="7049" y="2849"/>
                <a:ext cx="5386" cy="5386"/>
              </a:xfrm>
              <a:prstGeom prst="teardrop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22" name="泪滴形 21"/>
            <p:cNvSpPr/>
            <p:nvPr/>
          </p:nvSpPr>
          <p:spPr>
            <a:xfrm flipV="1">
              <a:off x="8526" y="4200"/>
              <a:ext cx="4095" cy="4227"/>
            </a:xfrm>
            <a:prstGeom prst="teardrop">
              <a:avLst/>
            </a:prstGeom>
          </p:spPr>
          <p:style>
            <a:lnRef idx="0">
              <a:srgbClr val="FFFFFF"/>
            </a:lnRef>
            <a:fillRef idx="3">
              <a:schemeClr val="accent5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95980" y="728980"/>
            <a:ext cx="5400000" cy="54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4476115" y="1809115"/>
            <a:ext cx="3239770" cy="3239770"/>
            <a:chOff x="7049" y="2849"/>
            <a:chExt cx="5102" cy="5102"/>
          </a:xfrm>
        </p:grpSpPr>
        <p:sp>
          <p:nvSpPr>
            <p:cNvPr id="19" name="椭圆 18"/>
            <p:cNvSpPr/>
            <p:nvPr/>
          </p:nvSpPr>
          <p:spPr>
            <a:xfrm>
              <a:off x="7049" y="2849"/>
              <a:ext cx="5102" cy="5102"/>
            </a:xfrm>
            <a:prstGeom prst="ellipse">
              <a:avLst/>
            </a:prstGeom>
            <a:gradFill>
              <a:gsLst>
                <a:gs pos="0">
                  <a:srgbClr val="48CBC6">
                    <a:alpha val="100000"/>
                  </a:srgb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</a:gradFill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8232" y="2849"/>
              <a:ext cx="2735" cy="144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8800" y="2987"/>
              <a:ext cx="1599" cy="873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同心圆 10"/>
          <p:cNvSpPr/>
          <p:nvPr/>
        </p:nvSpPr>
        <p:spPr>
          <a:xfrm>
            <a:off x="3829685" y="2605405"/>
            <a:ext cx="1800000" cy="1800000"/>
          </a:xfrm>
          <a:prstGeom prst="donut">
            <a:avLst>
              <a:gd name="adj" fmla="val 14630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豌豆哒哒</cp:lastModifiedBy>
  <cp:revision>157</cp:revision>
  <dcterms:created xsi:type="dcterms:W3CDTF">2019-06-19T02:08:00Z</dcterms:created>
  <dcterms:modified xsi:type="dcterms:W3CDTF">2025-12-07T13:00:23Z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9DD7CFA0F5E04D5EB42F2E9930D1B858_11</vt:lpwstr>
  </property>
</Properties>
</file>